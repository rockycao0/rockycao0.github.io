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微软雅黑"/>
              </a:defRPr>
            </a:pPr>
            <a:r>
              <a:t>机器学习模型通用优化方法总结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latin typeface="微软雅黑"/>
              </a:defRPr>
            </a:pPr>
            <a:r>
              <a:t>从特征工程到AI Agent自动化优化全流程</a:t>
            </a:r>
          </a:p>
          <a:p>
            <a:pPr>
              <a:defRPr sz="1600">
                <a:latin typeface="微软雅黑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1. 核心优化方法体系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   - 特征工程优化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   - 模型结构优化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   - 训练策略优化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   - 集成学习优化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   - 后处理优化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2. 优化效果与行业实践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3. 现有局限与未来方向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4. AI Agent自动化优化框架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5. 工具推荐与参考资料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优化方法体系总览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核心思路：五层优化金字塔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后处理优化 → 5%-10%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集成学习优化 → 10%-20%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训练策略优化 → 15%-25%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模型结构优化 → 20%-30%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特征工程优化 → 30%-40%</a:t>
            </a: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800" b="0">
                <a:solidFill>
                  <a:srgbClr val="000000"/>
                </a:solidFill>
                <a:latin typeface="微软雅黑"/>
              </a:defRPr>
            </a:pPr>
            <a:r>
              <a:t>说明：特征工程决定模型效果的上限，后续环节逐步逼近这个上限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1. 特征工程优化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核心原理：从原始数据中提取最具预测能力的特征，减少冗余和噪声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四大优化方向：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方向 | 具体方法 | 适用场景 | 提升幅度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|------|----------|----------|----------|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特征选择 | 方差阈值、卡方检验、互信息、树特征重要性 | 高维特征 | 10%-30%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特征构造 | 交叉特征、统计特征、时间特征、领域特征 | 所有结构化任务 | 15%-40%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特征变换 | 标准化、对数变换、PCA/LDA降维 | 数值型特征 | 5%-15%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特征编码 | One-Hot、目标编码、Embedding | 类别型特征 | 10%-25%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代码示例：目标编码实现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from category_encoders import TargetEncoder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encoder = TargetEncoder()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X_encoded = encoder.fit_transform(X, 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2. 模型结构优化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核心原理：通过调整模型架构、增加约束机制，提升表达能力和泛化性能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四大优化方向：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方向 | 具体方法 | 适用场景 | 提升幅度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|------|----------|----------|----------|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架构设计 | 残差连接、注意力机制、MoE架构 | 深度学习 | 15%-35%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正则化 | L1/L2正则、Dropout、早停、权重衰减 | 所有模型 | 10%-25%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归一化 | BN、LN、IN | 深度神经网络 | 8%-20%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损失函数 | Focal Loss、Dice Loss、自定义约束损失 | 不平衡/领域任务 | 10%-30%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代码示例：残差连接实现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def residual_block(x, units):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shortcut = x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x = Dense(units, activation='relu')(x)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x = Dense(units)(x)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return Add()([shortcut, x])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3. 训练策略优化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核心原理：优化训练过程，让模型更好地学习数据规律，避免过拟合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五大优化方向：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方向 | 具体方法 | 适用场景 | 提升幅度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|------|----------|----------|----------|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超参数优化 | 贝叶斯优化(Optuna)、网格/随机搜索 | 所有模型 | 10%-25%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学习率调度 | 余弦退火、Warmup、AdamW | 深度学习 | 5%-15%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数据增强 | SMOTE、时序扰动、文本回译 | 小/不平衡数据集 | 10%-30%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训练技巧 | 梯度累积、混合精度、梯度裁剪 | 大模型/有限算力 | 5%-10% + 效率提升30%+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验证策略 | K折交叉验证、时间序列交叉验证 | 所有任务 | 提升结果稳定性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代码示例：贝叶斯优化实现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import optuna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def objective(trial):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params = {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'max_depth': trial.suggest_int('max_depth', 3, 10),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'lr': trial.suggest_float('lr', 0.01, 0.3, log=True)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}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model = XGBClassifier(**params).fit(X_train, y_train)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return model.score(X_val, y_val)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4. 集成学习优化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核心原理：组合多个"好而不同"的基学习器，降低整体偏差和方差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四大优化方向：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方向 | 具体方法 | 适用场景 | 提升幅度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|------|----------|----------|----------|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Bagging | 随机森林、ExtraTrees | 高方差模型 | 10%-25%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Boosting | GBDT、XGBoost、LightGBM、CatBoost | 结构化数据 | 15%-35%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Stacking/Blending | 多层模型堆叠、元学习器融合 | 竞赛/极致性能 | 5%-15%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多样性增强 | 特征子集拆分、参数多样性 | 高维特征 | 5%-10%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代码示例：Stacking实现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from mlxtend.classifier import StackingCVClassifier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base_models = [RandomForest(), XGBoost(), LightGBM()]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meta_model = LogisticRegression()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stack = StackingCVClassifier(base_models, meta_model, cv=5)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5. 后处理优化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核心原理：对模型输出结果进行校正，提升合理性和准确性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三大优化方向：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方向 | 具体方法 | 适用场景 | 提升幅度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|------|----------|----------|----------|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异常值修正 | 阈值截断、物理约束校正 | 有明确物理意义的任务 | 5%-15%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结果平滑 | 滑动平均、概率校准 | 时序/概率输出任务 | 3%-10%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| 阈值优化 | F1最优阈值、代价敏感阈值 | 分类/不平衡数据集 | 5%-20% |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代码示例：阈值优化实现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y_pred_proba = model.predict_proba(X_test)[:, 1]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y_pred = (y_pred_proba &gt; 0.3).astype(int)  # 降低阈值减少漏判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优化效果对比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不同优化方法贡献度：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优化环节 | 贡献度范围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|----------|------------|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特征工程 | 30%-40%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模型结构 | 20%-30%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训练策略 | 15%-25%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集成学习 | 10%-20%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后处理 | 5%-10%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典型任务效果提升：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任务类型 | 基线效果 | 优化后效果 | 提升幅度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|----------|----------|------------|----------|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石油产量预测(MAE) | 16.5 t/km² | 11.4 t/km² | 30.9%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用户流失预测(AUC) | 0.78 | 0.92 | 17.9%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图像分类(准确率) | 0.85 | 0.95 | 11.8%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文本分类(F1) | 0.72 | 0.88 | 22.2% 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现有技术局限性与行业痛点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【技术局限性】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1. 特征工程自动化程度低，高度依赖领域知识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2. 复杂模型可解释性不足，高风险领域应用受限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3. 小样本学习能力弱，数据不足时效果下降明显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4. 大模型训练成本过高，普通企业难以负担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5. 泛化能力有限，跨领域迁移效果差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【行业应用痛点】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1. 领域知识融合困难，难以将专家经验有效融入模型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2. 实时性与准确性难以平衡，高延迟场景下精度下降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3. 工业数据质量差，噪声、缺失值多影响优化效果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4. 模型迭代效率低，从开发到上线周期长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未来优化方向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【短期可落地方案(1-2年)】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1. AutoML：实现全流程自动化，提升开发效率50%+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2. 小样本学习：降低对标注数据的依赖，小数据集提升15%-30%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3. 模型压缩：体积压缩10-100倍，推理速度提升5-20倍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4. 多模态融合：融合多源数据，提升信息利用效率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5. 因果推理：减少虚假关联，提升泛化能力和可解释性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【中长期研究方向(3-5年)】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1. 基础模型架构创新：相同算力下能力提升30%-50%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2. 自监督学习：利用海量无标注数据，大幅降低标注成本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3. 物理信息神经网络(PINNs)：适合科学计算领域，提升20%-40%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4. 终身学习：实现持续学习能力，避免灾难性遗忘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AI Agent自动化优化框架(1/3)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核心目标：实现无需人工干预的全流程模型迭代，效率提升27-63倍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七层架构：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1. 自适应数据治理层：自动检测修复数据质量问题，预处理自动化率90%+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2. 动态模型选择层：基于任务特征自动匹配最优模型，初始效果达最终70%+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3. 自主超参数优化层：多目标贝叶斯优化，精度损失&lt;2%前提下速度提升20%-50%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4. 自动集成与后处理层：自动评估模型多样性，构建最优集成策略，提升5%-10%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5. 自适应部署与监控层：自动适配部署环境，性能下降自动修复率70%+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6. 跨任务知识迁移层：沉淀历史优化经验，新任务优化周期缩短50%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7. 人机协作优化层：主动学习专家知识，最终效果比纯自动优化提升10%-15%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AI Agent自动化优化框架(2/3)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效率对比：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优化环节 | 人工优化周期 | Agent优化周期 | 提升倍数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|----------|--------------|---------------|----------|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数据预处理 | 2-5天 | 1-2小时 | 24-60x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模型选择与训练 | 3-7天 | 4-8小时 | 9-21x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超参数调优 | 2-4天 | 2-6小时 | 8-16x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集成与后处理 | 1-3天 | 1-3小时 | 8-24x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部署与监控 | 1-2天 | 10-30分钟 | 16-48x |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| 总周期 | 9-21天 | 8-20小时 | 27-63x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AI Agent自动化优化框架(3/3)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核心代码示例：自适应数据治理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class AdaptiveDataGovernor: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def auto_process(self, df, target_column):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# 1. 自动检测缺失值、异常值、高相关性等问题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quality_report = self._detect_quality_issues(df, target_column)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# 2. 自动选择最优修复策略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df = self._auto_impute(df, quality_report['missing_columns'])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df = self._auto_handle_outliers(df, quality_report['outlier_columns'])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# 3. 自动生成特征衍生方案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df = self._auto_feature_engineering(df, target_column)</a:t>
            </a:r>
          </a:p>
          <a:p>
            <a:pPr>
              <a:defRPr sz="1400" b="0">
                <a:solidFill>
                  <a:srgbClr val="000000"/>
                </a:solidFill>
                <a:latin typeface="微软雅黑"/>
              </a:defRPr>
            </a:pPr>
            <a:r>
              <a:t>        return df, quality_report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工具推荐与参考资料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【关键工具库】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特征工程：pandas, scikit-learn, category_encoders, featuretools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模型实现：xgboost, lightgbm, catboost, tensorflow, pytorch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超参数优化：optuna, hyperopt, ray[tune]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集成学习：mlxtend, vecstack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模型部署：onnx, tensorrt, torchscript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自动机器学习：auto-sklearn, TPOT, h2o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【参考资料】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1. 《百面机器学习：算法工程师带你去面试》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2. 集成学习方法研究综述，云南大学学报，2018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3. 《机器学习系统设计》，O'Reilly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4. 2025年人工智能技术趋势报告，智源研究院</a:t>
            </a:r>
          </a:p>
          <a:p>
            <a:pPr>
              <a:defRPr sz="1600" b="0">
                <a:solidFill>
                  <a:srgbClr val="000000"/>
                </a:solidFill>
                <a:latin typeface="微软雅黑"/>
              </a:defRPr>
            </a:pPr>
            <a:r>
              <a:t>5. 面向自动化机器学习的Agent架构设计，Google DeepMind，2025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微软雅黑"/>
              </a:defRPr>
            </a:pPr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latin typeface="微软雅黑"/>
              </a:defRPr>
            </a:pPr>
            <a:r>
              <a:t>感谢聆听</a:t>
            </a:r>
          </a:p>
          <a:p>
            <a:pPr>
              <a:defRPr sz="2000">
                <a:latin typeface="微软雅黑"/>
              </a:defRPr>
            </a:pPr>
            <a:r>
              <a:t>提问交流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